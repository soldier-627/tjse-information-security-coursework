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99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信息安全课程作业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人机验证与接插件检测方案设计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题目一：新颖的人机验证码方案设计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题目二：汽车接插件到位检测方法设计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附加题：基于TRIZ/第一性原理的创新改进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2354100 </a:t>
            </a:r>
            <a:r>
              <a:rPr lang="zh-CN" alt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郝哲逸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题目一：基于触觉反馈的新颖人机验证码方案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05331"/>
            <a:ext cx="4206240" cy="4083666"/>
          </a:xfrm>
          <a:prstGeom prst="roundRect">
            <a:avLst>
              <a:gd name="adj" fmla="val 1839"/>
            </a:avLst>
          </a:prstGeom>
          <a:solidFill>
            <a:srgbClr val="F0F9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一、问题分析与设计思路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9810" y="1178367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【传统验证码痛点】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图文验证码：易被OCR技术破解，用户体验差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滑块验证：可被轨迹模拟算法攻破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点击验证：存在重放攻击风险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【核心创新思路】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引入「触觉」作为全新验证因素——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机器人无法感知物理触觉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【设计要求满足】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全新验证因素（触觉） ✓ 操作简单快速（3秒内）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适用移动端场景 ✓ 防御常见攻击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0659" y="3130573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二、技术实现方案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1349" y="3394011"/>
            <a:ext cx="4183380" cy="1487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【振动API调用】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Android: Vibrator.vibrate(long[] pattern)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iOS: UIImpactFeedbackGenerator / UINotificationFeedbackGenerator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Web: Navigator.vibrate() API (Chrome/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Edge支持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【振动模式编码】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短振(S)=100ms, 中振(M)=200ms, 长振(L)=400ms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示例序列: [S, 停, M, 停, S] → 用户选择「短-中-短」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89701" y="960120"/>
            <a:ext cx="4206240" cy="3977640"/>
          </a:xfrm>
          <a:prstGeom prst="roundRect">
            <a:avLst>
              <a:gd name="adj" fmla="val 1839"/>
            </a:avLst>
          </a:pr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三、系统工作流程示意图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41732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904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生成随机振动序列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加密+时间戳+一次性Token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2221992"/>
            <a:ext cx="274320" cy="201168"/>
          </a:xfrm>
          <a:prstGeom prst="downArrow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233172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4048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安全传输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HTTPS/TLS加密通道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防中间人攻击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3136392"/>
            <a:ext cx="274320" cy="201168"/>
          </a:xfrm>
          <a:prstGeom prst="downArrow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324612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3192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客户端执行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振动马达执行序列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触觉反馈引擎驱动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4050792"/>
            <a:ext cx="274320" cy="201168"/>
          </a:xfrm>
          <a:prstGeom prst="downArrow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416052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2336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用户交互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480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感知振动模式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选择匹配选项/重播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题目一：基于触觉反馈的新颖人机验证码方案</a:t>
            </a:r>
            <a:endParaRPr lang="en-US" altLang="zh-CN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四、安全防护机制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攻击类型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攻击原理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防御机制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防御效果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自动化脚本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模拟用户操作流程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无法感知触觉反馈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完全防御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重放攻击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截获验证数据重发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一次性Token+时间戳(30s有效)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完全防御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中间人攻击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窃听通信内容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HTTPS加密传输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完全防御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暴力破解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穷举所有振动组合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尝试次数限制(3次)+冷却期(60s)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有效防御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模拟器攻击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使用安卓模拟器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检测设备传感器真实性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有效防御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五、方案优势与应用场景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352044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0F9FF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安全性高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机器人无法模拟触觉感知，从根本上区分人机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14600" y="352044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0F9FF"/>
          </a:solidFill>
          <a:ln/>
        </p:spPr>
      </p:sp>
      <p:sp>
        <p:nvSpPr>
          <p:cNvPr id="12" name="Text 9"/>
          <p:cNvSpPr/>
          <p:nvPr/>
        </p:nvSpPr>
        <p:spPr>
          <a:xfrm>
            <a:off x="25146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60604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操作快速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0604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验证流程3秒内完成，支持重播功能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63440" y="352044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0F9FF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75488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无障碍友好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视障用户可通过触觉完成验证，符合WCAG标准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812280" y="352044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0F9FF"/>
          </a:solidFill>
          <a:ln/>
        </p:spPr>
      </p:sp>
      <p:sp>
        <p:nvSpPr>
          <p:cNvPr id="20" name="Text 17"/>
          <p:cNvSpPr/>
          <p:nvPr/>
        </p:nvSpPr>
        <p:spPr>
          <a:xfrm>
            <a:off x="681228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90372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创新性强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0372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首创触觉验证因素，技术专利可申请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题目二：</a:t>
            </a:r>
            <a:r>
              <a:rPr lang="en-US" altLang="zh-CN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多传感器融合</a:t>
            </a:r>
            <a:r>
              <a:rPr lang="zh-CN" alt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的</a:t>
            </a:r>
            <a:r>
              <a:rPr lang="en-US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汽车接插件检测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7180" y="960120"/>
            <a:ext cx="4206240" cy="4091940"/>
          </a:xfrm>
          <a:prstGeom prst="roundRect">
            <a:avLst>
              <a:gd name="adj" fmla="val 1839"/>
            </a:avLst>
          </a:prstGeom>
          <a:solidFill>
            <a:srgbClr val="F0F9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697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一、车间环境挑战分析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【干扰因素】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电磁干扰(EMI)：焊接设备、大功率电机产生强电磁干扰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环境噪声：机械运转噪声&gt;85dB，影响声学检测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温度变化：-10°C~50°C波动，影响传感器精度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机械振动：生产线设备持续振动，导致误触发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【设计目标】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检测准确率&gt;99.9% </a:t>
            </a:r>
            <a:r>
              <a:rPr lang="zh-CN" alt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响应时间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&lt;100ms</a:t>
            </a:r>
            <a:r>
              <a:rPr lang="zh-CN" altLang="en-US" sz="1000" dirty="0"/>
              <a:t>、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抗干扰能力强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适应多种插头类型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【适用插头类型】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有导向槽/无导向槽 | 有倒钩/无倒钩 | 圆形/矩形接口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3425599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二、三传感器融合检测原理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1326" y="3566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【压力传感器】检测插接到位时的压力峰值(15-25N)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【霍尔传感器】磁场变化确认金属部件位置(精度±0.1mm)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【声学传感器】分析插接到位特征频率(2-5kHz)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4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融合逻辑</a:t>
            </a:r>
            <a:r>
              <a:rPr lang="zh-CN" alt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至少2个传感器确认→判定到位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0582" y="960120"/>
            <a:ext cx="4206240" cy="3977640"/>
          </a:xfrm>
          <a:prstGeom prst="roundRect">
            <a:avLst>
              <a:gd name="adj" fmla="val 1839"/>
            </a:avLst>
          </a:pr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三、检测系统结构示意图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1463040"/>
            <a:ext cx="2560320" cy="1645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508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接插件剖面图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1783080"/>
            <a:ext cx="2011680" cy="109728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0" y="2743200"/>
            <a:ext cx="109728" cy="3200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743200"/>
            <a:ext cx="109728" cy="3200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2743200"/>
            <a:ext cx="109728" cy="3200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743200"/>
            <a:ext cx="109728" cy="3200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4920" y="192024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压力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315200" y="192024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217920" y="31089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33375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声学传感器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02920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信号处理流程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3886200"/>
            <a:ext cx="68580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9136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信号采集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733288" y="3977640"/>
            <a:ext cx="109728" cy="1371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5779008" y="3886200"/>
            <a:ext cx="68580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779008" y="39136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滤波去噪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483096" y="3977640"/>
            <a:ext cx="109728" cy="1371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1" name="Shape 29"/>
          <p:cNvSpPr/>
          <p:nvPr/>
        </p:nvSpPr>
        <p:spPr>
          <a:xfrm>
            <a:off x="6528816" y="3886200"/>
            <a:ext cx="68580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528816" y="39136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特征提取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232904" y="3977640"/>
            <a:ext cx="109728" cy="1371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4" name="Shape 32"/>
          <p:cNvSpPr/>
          <p:nvPr/>
        </p:nvSpPr>
        <p:spPr>
          <a:xfrm>
            <a:off x="7278624" y="3886200"/>
            <a:ext cx="68580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7278624" y="39136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数据融合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982712" y="3977640"/>
            <a:ext cx="109728" cy="1371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7" name="Shape 35"/>
          <p:cNvSpPr/>
          <p:nvPr/>
        </p:nvSpPr>
        <p:spPr>
          <a:xfrm>
            <a:off x="8028432" y="3886200"/>
            <a:ext cx="685800" cy="32004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8028432" y="39136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状态判定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29200" y="4297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压力:阈值判断 | 霍尔:位置检测 | 声学:频谱分析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题目二：多传感器融合</a:t>
            </a:r>
            <a:r>
              <a:rPr lang="zh-CN" alt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的</a:t>
            </a:r>
            <a:r>
              <a:rPr lang="en-US" altLang="zh-CN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汽车接插件检测</a:t>
            </a:r>
            <a:endParaRPr lang="en-US" altLang="zh-CN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四、抗干扰设计措施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05740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干扰源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205740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干扰特性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205740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234440"/>
            <a:ext cx="205740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技术指标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2057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电磁干扰(EMI)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874520"/>
            <a:ext cx="2057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焊接设备、电机产生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强电磁场(&gt;10V/m)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874520"/>
            <a:ext cx="2057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屏蔽线缆+金属外壳+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LC滤波电路+磁环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874520"/>
            <a:ext cx="2057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信噪比提升40dB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抗扰度等级III级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514600"/>
            <a:ext cx="20574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560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机械振动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2514600"/>
            <a:ext cx="20574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560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生产线设备持续振动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频率10-100Hz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514600"/>
            <a:ext cx="20574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560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加速度补偿算法+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动态阈值调整+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机械减震安装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2514600"/>
            <a:ext cx="20574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560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误触发率&lt;0.01%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振动容限±2g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154680"/>
            <a:ext cx="2057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温度变化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154680"/>
            <a:ext cx="2057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车间温度波动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-10°C~50°C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154680"/>
            <a:ext cx="2057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温度补偿算法+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自校准机制+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耐温元器件选型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0" y="3154680"/>
            <a:ext cx="2057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精度保持±5%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工作温度范围-20~60°C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794760"/>
            <a:ext cx="20574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环境噪声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3794760"/>
            <a:ext cx="20574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机械运转噪声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&gt;85dB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794760"/>
            <a:ext cx="20574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带通滤波器(1-8kHz)+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特征频率识别+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自适应噪声抑制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75120" y="3794760"/>
            <a:ext cx="20574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有效滤除&gt;90%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信噪比&gt;15dB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附加题：基于TRIZ与第一性原理的创新改进设计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3977640"/>
          </a:xfrm>
          <a:prstGeom prst="roundRect">
            <a:avLst>
              <a:gd name="adj" fmla="val 1839"/>
            </a:avLst>
          </a:prstGeom>
          <a:solidFill>
            <a:srgbClr val="F0F9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一、TRIZ理论在接插件检测中的应用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573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【原理1：分割原理】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将检测功能分散到多个独立传感器模块，单一故障不影响整体功能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【原理2：自服务原理】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插头预装RFID标签，自动识别型号、规格，实现智能匹配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【原理3：反馈原理】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LED指示灯(绿/红)+</a:t>
            </a:r>
            <a:r>
              <a:rPr lang="en-US" sz="11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蜂鸣器双重反馈，操作员即时获知状态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【原理4：动态化原理】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检测阈值根据环境温度、振动等动态调整，自适应优化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【原理5：预先作用原理】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预置自检程序，开机自动校准传感器零点和灵敏度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【创新改进方案】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840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RFID智能识别：自动读取插头型号，匹配检测参数</a:t>
            </a:r>
            <a:endParaRPr lang="en-US" sz="11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无线数据传输：蓝牙5.0传输检测数据，减少布线</a:t>
            </a:r>
            <a:endParaRPr lang="en-US" sz="11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AI辅助判断：机器学习优化检测阈值，提升准确率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3977640"/>
          </a:xfrm>
          <a:prstGeom prst="roundRect">
            <a:avLst>
              <a:gd name="adj" fmla="val 1839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二、第一性原理在验证码系统中的应用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【核心问题分解】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验证码的本质：区分人与机器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【人的本质特征】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感知能力：视觉、听觉、触觉、嗅觉、味觉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理解能力：语义理解、情境判断、常识推理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创造能力：生成新内容、组合创新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【机器的本质局限】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无法真正感知物理世界（触觉、嗅觉、味觉）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缺乏真实情境理解和常识推理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创造能力基于统计而非真正理解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3520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【优化设计方案】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749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多模态融合：触觉+视觉+听觉组合验证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情境感知：结合用户行为模式、设备指纹分析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生物特征辅助：指纹/面容快速辅助验证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渐进式验证：根据风险等级动态调整难度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物理交互验证：利用手机陀螺仪、加速度计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672</Words>
  <Application>Microsoft Office PowerPoint</Application>
  <PresentationFormat>全屏显示(16:9)</PresentationFormat>
  <Paragraphs>184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Arial</vt:lpstr>
      <vt:lpstr>Arial Black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人机验证与接插件检测方案设计</dc:title>
  <dc:subject>PptxGenJS Presentation</dc:subject>
  <dc:creator>信息安全课程作业</dc:creator>
  <cp:lastModifiedBy>哲逸 郝</cp:lastModifiedBy>
  <cp:revision>17</cp:revision>
  <dcterms:created xsi:type="dcterms:W3CDTF">2026-03-28T11:36:14Z</dcterms:created>
  <dcterms:modified xsi:type="dcterms:W3CDTF">2026-03-28T11:46:53Z</dcterms:modified>
</cp:coreProperties>
</file>